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1891" y="9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B19A-5DA5-4CF4-946D-C64FB166333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3FCA0-D22F-489A-BEAF-697D0332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32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B19A-5DA5-4CF4-946D-C64FB166333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3FCA0-D22F-489A-BEAF-697D0332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44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B19A-5DA5-4CF4-946D-C64FB166333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3FCA0-D22F-489A-BEAF-697D0332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803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B19A-5DA5-4CF4-946D-C64FB166333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3FCA0-D22F-489A-BEAF-697D0332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872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B19A-5DA5-4CF4-946D-C64FB166333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3FCA0-D22F-489A-BEAF-697D0332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37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B19A-5DA5-4CF4-946D-C64FB166333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3FCA0-D22F-489A-BEAF-697D0332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546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B19A-5DA5-4CF4-946D-C64FB166333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3FCA0-D22F-489A-BEAF-697D0332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17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B19A-5DA5-4CF4-946D-C64FB166333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3FCA0-D22F-489A-BEAF-697D0332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09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B19A-5DA5-4CF4-946D-C64FB166333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3FCA0-D22F-489A-BEAF-697D0332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038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B19A-5DA5-4CF4-946D-C64FB166333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3FCA0-D22F-489A-BEAF-697D0332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296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B19A-5DA5-4CF4-946D-C64FB166333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3FCA0-D22F-489A-BEAF-697D0332D2BD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10191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B19A-5DA5-4CF4-946D-C64FB166333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3FCA0-D22F-489A-BEAF-697D0332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6484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B19A-5DA5-4CF4-946D-C64FB166333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3FCA0-D22F-489A-BEAF-697D0332D2B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32351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B19A-5DA5-4CF4-946D-C64FB166333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3FCA0-D22F-489A-BEAF-697D0332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96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B19A-5DA5-4CF4-946D-C64FB166333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3FCA0-D22F-489A-BEAF-697D0332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713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B19A-5DA5-4CF4-946D-C64FB166333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3FCA0-D22F-489A-BEAF-697D0332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13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35B19A-5DA5-4CF4-946D-C64FB166333D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263FCA0-D22F-489A-BEAF-697D0332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0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0CD7F-0514-4A28-7FE8-1F6963E5EC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IoT Capstone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DD4806-7946-3687-C5E6-81AF989483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Katelyn Young</a:t>
            </a:r>
          </a:p>
        </p:txBody>
      </p:sp>
    </p:spTree>
    <p:extLst>
      <p:ext uri="{BB962C8B-B14F-4D97-AF65-F5344CB8AC3E}">
        <p14:creationId xmlns:p14="http://schemas.microsoft.com/office/powerpoint/2010/main" val="34558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ABAB4-FFF8-92E6-8106-D0077ED87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Intentions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7445A-2447-A49E-56FB-D3A67C937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My project intended to intergrade smart devices into a household so inhabitants could monitor aspects of their house, like temperature and outside motion detection. Residents can also control a relay that would be connected to the lights in the house, allowing them to turn off and on with a message. The devices are simulated in </a:t>
            </a:r>
            <a:r>
              <a:rPr lang="en-US" dirty="0" err="1"/>
              <a:t>Wokwi</a:t>
            </a:r>
            <a:r>
              <a:rPr lang="en-US" dirty="0"/>
              <a:t> simulator to start.</a:t>
            </a:r>
          </a:p>
        </p:txBody>
      </p:sp>
    </p:spTree>
    <p:extLst>
      <p:ext uri="{BB962C8B-B14F-4D97-AF65-F5344CB8AC3E}">
        <p14:creationId xmlns:p14="http://schemas.microsoft.com/office/powerpoint/2010/main" val="2840055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9A3F2-9E4B-D774-BA03-E10A40CC8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Devices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60772-D2FC-C39F-828A-8C6154044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287" y="2160589"/>
            <a:ext cx="2934714" cy="38807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project starts with an Esp32 Arduino board that controls the devices. Connected to the board is a PIR motion sensor, meant to simulate an outside motion camera, and a DHT22 temperature and humidity sensor, meant to record the temperature and humidity in the house. There is also a relay that would be connected to lights in a real installation.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B02979-6DB0-D0FE-D3FD-31CF726F25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2" r="3" b="3270"/>
          <a:stretch>
            <a:fillRect/>
          </a:stretch>
        </p:blipFill>
        <p:spPr>
          <a:xfrm>
            <a:off x="677334" y="2159331"/>
            <a:ext cx="5423429" cy="388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953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1C669-EFB2-BD9A-B0BF-F1B77F468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r>
              <a:rPr lang="en-US" dirty="0"/>
              <a:t>MQTTX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76448-0317-E51D-DF46-7ADF173C8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2160589"/>
            <a:ext cx="3720916" cy="35607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devices in the simulator send data through MQTT to topics. MQTTX can look over those topics and see what data is sent. MQTTX can also send a message to the lights topic to turn the house lights on and off.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729DFA-FCD4-FC70-74BB-0CA4FE6D5B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035" y="984676"/>
            <a:ext cx="4602747" cy="438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983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03D3C-0EA5-2344-ED91-1051F363C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4A340-2B8F-9CB1-D4BC-519659ED2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were several learnings and challenges during the project development. Issues with Azure meant it was unusable for development. I gained a deeper understanding of how the data is transferred to MQTT, what will stop it from sending correctly and device specifications.</a:t>
            </a:r>
          </a:p>
        </p:txBody>
      </p:sp>
    </p:spTree>
    <p:extLst>
      <p:ext uri="{BB962C8B-B14F-4D97-AF65-F5344CB8AC3E}">
        <p14:creationId xmlns:p14="http://schemas.microsoft.com/office/powerpoint/2010/main" val="297257735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634</TotalTime>
  <Words>229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IoT Capstone</vt:lpstr>
      <vt:lpstr>Project Intentions</vt:lpstr>
      <vt:lpstr>Devices</vt:lpstr>
      <vt:lpstr>MQTTX</vt:lpstr>
      <vt:lpstr>Learnings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Katelyn Young</dc:creator>
  <cp:lastModifiedBy>Katelyn Young</cp:lastModifiedBy>
  <cp:revision>2</cp:revision>
  <dcterms:created xsi:type="dcterms:W3CDTF">2026-05-02T15:32:28Z</dcterms:created>
  <dcterms:modified xsi:type="dcterms:W3CDTF">2026-05-03T02:15:30Z</dcterms:modified>
</cp:coreProperties>
</file>